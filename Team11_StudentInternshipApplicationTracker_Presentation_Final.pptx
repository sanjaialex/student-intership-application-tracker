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t>Student Internship Application Tracker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51560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A646E"/>
                </a:solidFill>
              </a:defRPr>
            </a:pPr>
            <a:r>
              <a:t>Team 11 • Technical Solution Presentation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28800"/>
            <a:ext cx="10332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2D3741"/>
                </a:solidFill>
              </a:defRPr>
            </a:pPr>
            <a:r>
              <a:t>A simple web-based system to record, organize, and monitor internship applications.</a:t>
            </a:r>
          </a:p>
          <a:p>
            <a:pPr>
              <a:spcAft>
                <a:spcPts val="1400"/>
              </a:spcAft>
              <a:defRPr sz="2200">
                <a:solidFill>
                  <a:srgbClr val="2D3741"/>
                </a:solidFill>
              </a:defRPr>
            </a:pPr>
            <a:r>
              <a:t>Goal: help students stay organized and improve follow-up consistency.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t>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51560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A646E"/>
                </a:solidFill>
              </a:defRPr>
            </a:pPr>
            <a:r>
              <a:t>Why students need an internship tracker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45920"/>
            <a:ext cx="10332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2D3741"/>
                </a:solidFill>
              </a:defRPr>
            </a:pPr>
            <a:r>
              <a:t>Applications are often scattered across spreadsheets, emails, job portals, and notes.</a:t>
            </a:r>
          </a:p>
          <a:p>
            <a:pPr>
              <a:spcAft>
                <a:spcPts val="1400"/>
              </a:spcAft>
              <a:defRPr sz="2000">
                <a:solidFill>
                  <a:srgbClr val="2D3741"/>
                </a:solidFill>
              </a:defRPr>
            </a:pPr>
            <a:r>
              <a:t>Students may forget deadlines, interview dates, or follow-up actions.</a:t>
            </a:r>
          </a:p>
          <a:p>
            <a:pPr>
              <a:spcAft>
                <a:spcPts val="1400"/>
              </a:spcAft>
              <a:defRPr sz="2000">
                <a:solidFill>
                  <a:srgbClr val="2D3741"/>
                </a:solidFill>
              </a:defRPr>
            </a:pPr>
            <a:r>
              <a:t>It is difficult to see the overall application pipeline and success rate.</a:t>
            </a:r>
          </a:p>
          <a:p>
            <a:pPr>
              <a:spcAft>
                <a:spcPts val="1400"/>
              </a:spcAft>
              <a:defRPr sz="2000">
                <a:solidFill>
                  <a:srgbClr val="2D3741"/>
                </a:solidFill>
              </a:defRPr>
            </a:pPr>
            <a:r>
              <a:t>A centralized tracker provides a clear, up-to-date view of every application.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t>Proposed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51560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A646E"/>
                </a:solidFill>
              </a:defRPr>
            </a:pPr>
            <a:r>
              <a:t>A centralized internship management dashboard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45920"/>
            <a:ext cx="10332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2D3741"/>
                </a:solidFill>
              </a:defRPr>
            </a:pPr>
            <a:r>
              <a:t>Add company, role, application source, date, status, and interview details.</a:t>
            </a:r>
          </a:p>
          <a:p>
            <a:pPr>
              <a:spcAft>
                <a:spcPts val="1400"/>
              </a:spcAft>
              <a:defRPr sz="2000">
                <a:solidFill>
                  <a:srgbClr val="2D3741"/>
                </a:solidFill>
              </a:defRPr>
            </a:pPr>
            <a:r>
              <a:t>Track applications through stages: Applied → Shortlisted → Interview → Offer/Rejected.</a:t>
            </a:r>
          </a:p>
          <a:p>
            <a:pPr>
              <a:spcAft>
                <a:spcPts val="1400"/>
              </a:spcAft>
              <a:defRPr sz="2000">
                <a:solidFill>
                  <a:srgbClr val="2D3741"/>
                </a:solidFill>
              </a:defRPr>
            </a:pPr>
            <a:r>
              <a:t>Use filters and summary cards to quickly identify pending actions.</a:t>
            </a:r>
          </a:p>
          <a:p>
            <a:pPr>
              <a:spcAft>
                <a:spcPts val="1400"/>
              </a:spcAft>
              <a:defRPr sz="2000">
                <a:solidFill>
                  <a:srgbClr val="2D3741"/>
                </a:solidFill>
              </a:defRPr>
            </a:pPr>
            <a:r>
              <a:t>Maintain a history of applications for future analysis.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t>Key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51560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A646E"/>
                </a:solidFill>
              </a:defRPr>
            </a:pPr>
            <a:r>
              <a:t>Core UI/UX features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45920"/>
            <a:ext cx="10332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2D3741"/>
                </a:solidFill>
              </a:defRPr>
            </a:pPr>
            <a:r>
              <a:t>Dashboard: total applications, interviews, offers, and rejection count.</a:t>
            </a:r>
          </a:p>
          <a:p>
            <a:pPr>
              <a:spcAft>
                <a:spcPts val="1400"/>
              </a:spcAft>
              <a:defRPr sz="2000">
                <a:solidFill>
                  <a:srgbClr val="2D3741"/>
                </a:solidFill>
              </a:defRPr>
            </a:pPr>
            <a:r>
              <a:t>Application form: quick entry of company and role details.</a:t>
            </a:r>
          </a:p>
          <a:p>
            <a:pPr>
              <a:spcAft>
                <a:spcPts val="1400"/>
              </a:spcAft>
              <a:defRPr sz="2000">
                <a:solidFill>
                  <a:srgbClr val="2D3741"/>
                </a:solidFill>
              </a:defRPr>
            </a:pPr>
            <a:r>
              <a:t>Status tracker: visual pipeline for every application.</a:t>
            </a:r>
          </a:p>
          <a:p>
            <a:pPr>
              <a:spcAft>
                <a:spcPts val="1400"/>
              </a:spcAft>
              <a:defRPr sz="2000">
                <a:solidFill>
                  <a:srgbClr val="2D3741"/>
                </a:solidFill>
              </a:defRPr>
            </a:pPr>
            <a:r>
              <a:t>Reminder fields: interview date and follow-up information.</a:t>
            </a:r>
          </a:p>
          <a:p>
            <a:pPr>
              <a:spcAft>
                <a:spcPts val="1400"/>
              </a:spcAft>
              <a:defRPr sz="2000">
                <a:solidFill>
                  <a:srgbClr val="2D3741"/>
                </a:solidFill>
              </a:defRPr>
            </a:pPr>
            <a:r>
              <a:t>Search &amp; filter: find applications by company, role, or status.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t>Excel Data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51560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A646E"/>
                </a:solidFill>
              </a:defRPr>
            </a:pPr>
            <a:r>
              <a:t>Sample dataset insights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45920"/>
            <a:ext cx="10332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2D3741"/>
                </a:solidFill>
              </a:defRPr>
            </a:pPr>
            <a:r>
              <a:t>20 sample internship applications were analysed.</a:t>
            </a:r>
          </a:p>
          <a:p>
            <a:pPr>
              <a:spcAft>
                <a:spcPts val="1400"/>
              </a:spcAft>
              <a:defRPr sz="2000">
                <a:solidFill>
                  <a:srgbClr val="2D3741"/>
                </a:solidFill>
              </a:defRPr>
            </a:pPr>
            <a:r>
              <a:t>3 offers → 15% offer rate.</a:t>
            </a:r>
          </a:p>
          <a:p>
            <a:pPr>
              <a:spcAft>
                <a:spcPts val="1400"/>
              </a:spcAft>
              <a:defRPr sz="2000">
                <a:solidFill>
                  <a:srgbClr val="2D3741"/>
                </a:solidFill>
              </a:defRPr>
            </a:pPr>
            <a:r>
              <a:t>3 interviews → 15% interview-stage rate.</a:t>
            </a:r>
          </a:p>
          <a:p>
            <a:pPr>
              <a:spcAft>
                <a:spcPts val="1400"/>
              </a:spcAft>
              <a:defRPr sz="2000">
                <a:solidFill>
                  <a:srgbClr val="2D3741"/>
                </a:solidFill>
              </a:defRPr>
            </a:pPr>
            <a:r>
              <a:t>5 applications were rejected; continuous applications remain important.</a:t>
            </a:r>
          </a:p>
          <a:p>
            <a:pPr>
              <a:spcAft>
                <a:spcPts val="1400"/>
              </a:spcAft>
              <a:defRPr sz="2000">
                <a:solidFill>
                  <a:srgbClr val="2D3741"/>
                </a:solidFill>
              </a:defRPr>
            </a:pPr>
            <a:r>
              <a:t>LinkedIn was the most-used application source in the sample.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t>System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51560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A646E"/>
                </a:solidFill>
              </a:defRPr>
            </a:pPr>
            <a:r>
              <a:t>From application entry to outcome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45920"/>
            <a:ext cx="10332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900">
                <a:solidFill>
                  <a:srgbClr val="2D3741"/>
                </a:solidFill>
              </a:defRPr>
            </a:pPr>
            <a:r>
              <a:t>1. Student adds a new internship application.</a:t>
            </a:r>
          </a:p>
          <a:p>
            <a:pPr>
              <a:spcAft>
                <a:spcPts val="1400"/>
              </a:spcAft>
              <a:defRPr sz="1900">
                <a:solidFill>
                  <a:srgbClr val="2D3741"/>
                </a:solidFill>
              </a:defRPr>
            </a:pPr>
            <a:r>
              <a:t>2. Application is stored with company, role, source, and date.</a:t>
            </a:r>
          </a:p>
          <a:p>
            <a:pPr>
              <a:spcAft>
                <a:spcPts val="1400"/>
              </a:spcAft>
              <a:defRPr sz="1900">
                <a:solidFill>
                  <a:srgbClr val="2D3741"/>
                </a:solidFill>
              </a:defRPr>
            </a:pPr>
            <a:r>
              <a:t>3. Student updates status as the recruitment process progresses.</a:t>
            </a:r>
          </a:p>
          <a:p>
            <a:pPr>
              <a:spcAft>
                <a:spcPts val="1400"/>
              </a:spcAft>
              <a:defRPr sz="1900">
                <a:solidFill>
                  <a:srgbClr val="2D3741"/>
                </a:solidFill>
              </a:defRPr>
            </a:pPr>
            <a:r>
              <a:t>4. Interview dates and follow-up actions are recorded.</a:t>
            </a:r>
          </a:p>
          <a:p>
            <a:pPr>
              <a:spcAft>
                <a:spcPts val="1400"/>
              </a:spcAft>
              <a:defRPr sz="1900">
                <a:solidFill>
                  <a:srgbClr val="2D3741"/>
                </a:solidFill>
              </a:defRPr>
            </a:pPr>
            <a:r>
              <a:t>5. Dashboard summarizes progress and outcomes.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t>Technology &amp; GitHub Structure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51560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A646E"/>
                </a:solidFill>
              </a:defRPr>
            </a:pPr>
            <a:r>
              <a:t>Simple front-end project organization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45920"/>
            <a:ext cx="10332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900">
                <a:solidFill>
                  <a:srgbClr val="2D3741"/>
                </a:solidFill>
              </a:defRPr>
            </a:pPr>
            <a:r>
              <a:t>Front end: HTML, CSS, JavaScript (or React for an extended version).</a:t>
            </a:r>
          </a:p>
          <a:p>
            <a:pPr>
              <a:spcAft>
                <a:spcPts val="1400"/>
              </a:spcAft>
              <a:defRPr sz="1900">
                <a:solidFill>
                  <a:srgbClr val="2D3741"/>
                </a:solidFill>
              </a:defRPr>
            </a:pPr>
            <a:r>
              <a:t>Data layer: JSON/local storage for a prototype; database/API can be added later.</a:t>
            </a:r>
          </a:p>
          <a:p>
            <a:pPr>
              <a:spcAft>
                <a:spcPts val="1400"/>
              </a:spcAft>
              <a:defRPr sz="1900">
                <a:solidFill>
                  <a:srgbClr val="2D3741"/>
                </a:solidFill>
              </a:defRPr>
            </a:pPr>
            <a:r>
              <a:t>GitHub stores source code, Excel analysis, presentation, prompts, and prototype.</a:t>
            </a:r>
          </a:p>
          <a:p>
            <a:pPr>
              <a:spcAft>
                <a:spcPts val="1400"/>
              </a:spcAft>
              <a:defRPr sz="1900">
                <a:solidFill>
                  <a:srgbClr val="2D3741"/>
                </a:solidFill>
              </a:defRPr>
            </a:pPr>
            <a:r>
              <a:t>Suggested repository: Team11-StudentInternshipApplicationTracker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t>Expected Impact &amp; Future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51560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A646E"/>
                </a:solidFill>
              </a:defRPr>
            </a:pPr>
            <a:r>
              <a:t>Making internship tracking easier and more actionable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45920"/>
            <a:ext cx="10332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900">
                <a:solidFill>
                  <a:srgbClr val="2D3741"/>
                </a:solidFill>
              </a:defRPr>
            </a:pPr>
            <a:r>
              <a:t>Centralized records reduce missed follow-ups and forgotten interview dates.</a:t>
            </a:r>
          </a:p>
          <a:p>
            <a:pPr>
              <a:spcAft>
                <a:spcPts val="1400"/>
              </a:spcAft>
              <a:defRPr sz="1900">
                <a:solidFill>
                  <a:srgbClr val="2D3741"/>
                </a:solidFill>
              </a:defRPr>
            </a:pPr>
            <a:r>
              <a:t>Analytics help students understand application performance.</a:t>
            </a:r>
          </a:p>
          <a:p>
            <a:pPr>
              <a:spcAft>
                <a:spcPts val="1400"/>
              </a:spcAft>
              <a:defRPr sz="1900">
                <a:solidFill>
                  <a:srgbClr val="2D3741"/>
                </a:solidFill>
              </a:defRPr>
            </a:pPr>
            <a:r>
              <a:t>Future: email/calendar reminders, login, cloud database, resume links, and analytics.</a:t>
            </a:r>
          </a:p>
          <a:p>
            <a:pPr>
              <a:spcAft>
                <a:spcPts val="1400"/>
              </a:spcAft>
              <a:defRPr sz="1900">
                <a:solidFill>
                  <a:srgbClr val="2D3741"/>
                </a:solidFill>
              </a:defRPr>
            </a:pPr>
            <a:r>
              <a:t>Outcome: a practical student-focused tool that supports a more organized internship search.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